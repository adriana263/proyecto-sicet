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lack Gold" charset="1" panose="00000000000000000000"/>
      <p:regular r:id="rId20"/>
    </p:embeddedFont>
    <p:embeddedFont>
      <p:font typeface="Montserrat" charset="1" panose="00000500000000000000"/>
      <p:regular r:id="rId21"/>
    </p:embeddedFont>
    <p:embeddedFont>
      <p:font typeface="Montserrat Bold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jpeg" Type="http://schemas.openxmlformats.org/officeDocument/2006/relationships/image"/><Relationship Id="rId6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jpeg" Type="http://schemas.openxmlformats.org/officeDocument/2006/relationships/image"/><Relationship Id="rId6" Target="https://docs.google.com/forms/d/e/1FAIpQLSc0XIXvvaLPQmJ9vzOfnVOgdbjj0VtqcXPjGpSfj9lq4U-k-w/viewform?usp=sharing&amp;ouid=108818731645633079494" TargetMode="External" Type="http://schemas.openxmlformats.org/officeDocument/2006/relationships/hyperlink"/><Relationship Id="rId7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D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55" y="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7003" y="2159003"/>
            <a:ext cx="15494003" cy="5969003"/>
          </a:xfrm>
          <a:custGeom>
            <a:avLst/>
            <a:gdLst/>
            <a:ahLst/>
            <a:cxnLst/>
            <a:rect r="r" b="b" t="t" l="l"/>
            <a:pathLst>
              <a:path h="5969003" w="15494003">
                <a:moveTo>
                  <a:pt x="0" y="0"/>
                </a:moveTo>
                <a:lnTo>
                  <a:pt x="15494003" y="0"/>
                </a:lnTo>
                <a:lnTo>
                  <a:pt x="15494003" y="5969003"/>
                </a:lnTo>
                <a:lnTo>
                  <a:pt x="0" y="59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44722" y="3005823"/>
            <a:ext cx="13870524" cy="299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SISTEMA DE CONTROL DE</a:t>
            </a:r>
          </a:p>
          <a:p>
            <a:pPr algn="ctr">
              <a:lnSpc>
                <a:spcPts val="6500"/>
              </a:lnSpc>
            </a:pPr>
            <a:r>
              <a:rPr lang="en-US" sz="50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INGRESO DE ELEMENTOS TECNOLÓGICOS A LA INSTALACIÓN SENA</a:t>
            </a:r>
          </a:p>
          <a:p>
            <a:pPr algn="ctr">
              <a:lnSpc>
                <a:spcPts val="4160"/>
              </a:lnSpc>
            </a:pPr>
            <a:r>
              <a:rPr lang="en-US" sz="32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(SICET)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11589" y="6837578"/>
            <a:ext cx="7973063" cy="26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Adriana Luzia Corrales Rojas • Ana María Medina Niño • Luisana Valentina Zambrano Gil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61" y="7104278"/>
            <a:ext cx="1492339" cy="26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Quintero Gallego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34180" y="6837578"/>
            <a:ext cx="1573073" cy="26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•Yonatan Camilo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2885" y="1610354"/>
            <a:ext cx="2212357" cy="35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Septiembre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42892" y="8385861"/>
            <a:ext cx="2212357" cy="35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0997" y="1905000"/>
            <a:ext cx="14985997" cy="6350003"/>
          </a:xfrm>
          <a:custGeom>
            <a:avLst/>
            <a:gdLst/>
            <a:ahLst/>
            <a:cxnLst/>
            <a:rect r="r" b="b" t="t" l="l"/>
            <a:pathLst>
              <a:path h="6350003" w="14985997">
                <a:moveTo>
                  <a:pt x="0" y="0"/>
                </a:moveTo>
                <a:lnTo>
                  <a:pt x="14985997" y="0"/>
                </a:lnTo>
                <a:lnTo>
                  <a:pt x="14985997" y="6350003"/>
                </a:lnTo>
                <a:lnTo>
                  <a:pt x="0" y="6350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62183" y="1975399"/>
            <a:ext cx="6490916" cy="68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ÍNDICE DE CONTENIDOS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2003" y="3352095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2003" y="4088692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02003" y="4825298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02003" y="5561895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02003" y="6298492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05.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02003" y="7035098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06.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0997" y="3352095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07.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0997" y="4088692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08.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0997" y="4825298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09.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0997" y="5561895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10.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70997" y="6298492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11.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70997" y="7035098"/>
            <a:ext cx="32414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12.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73503" y="3374012"/>
            <a:ext cx="1305335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Introducción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73503" y="4110609"/>
            <a:ext cx="1722720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73503" y="6320409"/>
            <a:ext cx="1994945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Pregunta problema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3503" y="7057015"/>
            <a:ext cx="2186902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Alcance del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3503" y="4847215"/>
            <a:ext cx="2215706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3503" y="5583812"/>
            <a:ext cx="2943225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Planteamiento del problema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8967" y="4113800"/>
            <a:ext cx="25140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diagrama casos de uso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2497" y="3374012"/>
            <a:ext cx="128722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Justificación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2497" y="7057015"/>
            <a:ext cx="1416110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42497" y="6320409"/>
            <a:ext cx="2078850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Historias de usuario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42497" y="4847215"/>
            <a:ext cx="2246900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Recolección de datos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42497" y="5583812"/>
            <a:ext cx="246811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Diagramas de procesos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06503" y="1460497"/>
            <a:ext cx="15875003" cy="7365997"/>
          </a:xfrm>
          <a:custGeom>
            <a:avLst/>
            <a:gdLst/>
            <a:ahLst/>
            <a:cxnLst/>
            <a:rect r="r" b="b" t="t" l="l"/>
            <a:pathLst>
              <a:path h="7365997" w="15875003">
                <a:moveTo>
                  <a:pt x="0" y="0"/>
                </a:moveTo>
                <a:lnTo>
                  <a:pt x="15875003" y="0"/>
                </a:lnTo>
                <a:lnTo>
                  <a:pt x="15875003" y="7365997"/>
                </a:lnTo>
                <a:lnTo>
                  <a:pt x="0" y="7365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6000" y="5673023"/>
            <a:ext cx="3532080" cy="187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INTEGRANTES</a:t>
            </a:r>
          </a:p>
          <a:p>
            <a:pPr algn="l">
              <a:lnSpc>
                <a:spcPts val="280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Adriana Luzia Corrales Rojas</a:t>
            </a:r>
          </a:p>
          <a:p>
            <a:pPr algn="l">
              <a:lnSpc>
                <a:spcPts val="280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Ana María Medina Niño</a:t>
            </a:r>
          </a:p>
          <a:p>
            <a:pPr algn="l">
              <a:lnSpc>
                <a:spcPts val="280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Luisana Valentina Zambrano Gil Yonatan Camilo Quintero Gallego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86529" y="1980495"/>
            <a:ext cx="2565235" cy="31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SOBRE 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4997" y="5673023"/>
            <a:ext cx="3985670" cy="15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PROPÓSITO</a:t>
            </a:r>
          </a:p>
          <a:p>
            <a:pPr algn="l">
              <a:lnSpc>
                <a:spcPts val="280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Automatizar el registro de ingreso y salida, reducir tiempos y errores, y mantener un historial de movimientos.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0" y="2606011"/>
            <a:ext cx="1778394" cy="75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SICET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57217" y="3593449"/>
            <a:ext cx="75581" cy="35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3593449"/>
            <a:ext cx="1091823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Sistema propuesto para controlar el ingreso y salida de elementos tecnológicos en 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3961743"/>
            <a:ext cx="12036181" cy="10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instalaciones del SENA. Integra una base de datos con tecnología QR para identificar rápidamente cada equipo y su propietario, registrar sus movimientos y mejorar la seguridad y organización de</a:t>
            </a:r>
          </a:p>
          <a:p>
            <a:pPr algn="l">
              <a:lnSpc>
                <a:spcPts val="290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la información.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60502" y="1384297"/>
            <a:ext cx="15366997" cy="7874003"/>
          </a:xfrm>
          <a:custGeom>
            <a:avLst/>
            <a:gdLst/>
            <a:ahLst/>
            <a:cxnLst/>
            <a:rect r="r" b="b" t="t" l="l"/>
            <a:pathLst>
              <a:path h="7874003" w="15366997">
                <a:moveTo>
                  <a:pt x="0" y="0"/>
                </a:moveTo>
                <a:lnTo>
                  <a:pt x="15366996" y="0"/>
                </a:lnTo>
                <a:lnTo>
                  <a:pt x="15366996" y="7874003"/>
                </a:lnTo>
                <a:lnTo>
                  <a:pt x="0" y="7874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5842" y="1399508"/>
            <a:ext cx="3362249" cy="75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4062" y="2937418"/>
            <a:ext cx="11380899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b="true" sz="1599" spc="-36">
                <a:solidFill>
                  <a:srgbClr val="253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e implementar un sistema para gestionar y controlar el ingreso y salida de equipos tecnológicos en las instalaciones del SENA, facilitando el registro de la información, la identificación de los equipos mediante códigos QR y el seguimiento de sus movimientos.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4062" y="4172464"/>
            <a:ext cx="100860" cy="24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Black Gold"/>
                <a:ea typeface="Black Gold"/>
                <a:cs typeface="Black Gold"/>
                <a:sym typeface="Black G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4062" y="6013961"/>
            <a:ext cx="100860" cy="24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Black Gold"/>
                <a:ea typeface="Black Gold"/>
                <a:cs typeface="Black Gold"/>
                <a:sym typeface="Black G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9059" y="4172464"/>
            <a:ext cx="100860" cy="24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Black Gold"/>
                <a:ea typeface="Black Gold"/>
                <a:cs typeface="Black Gold"/>
                <a:sym typeface="Black G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9059" y="6013961"/>
            <a:ext cx="100860" cy="24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Black Gold"/>
                <a:ea typeface="Black Gold"/>
                <a:cs typeface="Black Gold"/>
                <a:sym typeface="Black G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4497" y="6508042"/>
            <a:ext cx="5196630" cy="7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Disminuir los tiempos de espera y facilitar el registro de ingreso y salida de equipos tecnológicos mediante la implementación de código QR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9091" y="4172464"/>
            <a:ext cx="28814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45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OBJETIVOS ESPECIFICOS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4497" y="4671755"/>
            <a:ext cx="4842329" cy="118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Diseñar y </a:t>
            </a: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sistema web que permita registrar y gestionar la información de los aprendices y sus equipos tecnológicos, incluyendo datos como nombre completo, número de carné, número de serie y modelo del equipo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1042" y="6508042"/>
            <a:ext cx="5098066" cy="7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Mejo</a:t>
            </a: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rar la seguridad y el control de la información llevando un registro histórico de los ingresos y salidas de los equipos tecnológicos.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69503" y="4527864"/>
            <a:ext cx="5341144" cy="7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Impl</a:t>
            </a:r>
            <a:r>
              <a:rPr lang="en-US" sz="1400" spc="-3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ementar un sistema de generación y lectura de códigos QR que permita identificar rápidamente cada equipo tecnológico y asociarlo con la información de su propietario.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79091" y="2337582"/>
            <a:ext cx="27420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45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OBJETIVOS generales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7503" y="1460497"/>
            <a:ext cx="15113003" cy="7239000"/>
          </a:xfrm>
          <a:custGeom>
            <a:avLst/>
            <a:gdLst/>
            <a:ahLst/>
            <a:cxnLst/>
            <a:rect r="r" b="b" t="t" l="l"/>
            <a:pathLst>
              <a:path h="7239000" w="15113003">
                <a:moveTo>
                  <a:pt x="0" y="0"/>
                </a:moveTo>
                <a:lnTo>
                  <a:pt x="15113003" y="0"/>
                </a:lnTo>
                <a:lnTo>
                  <a:pt x="15113003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09754" y="1721406"/>
            <a:ext cx="8841867" cy="68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PLANTEAMIENTO DEL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78803" y="3329921"/>
            <a:ext cx="11149012" cy="150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Actualmente, el control de ingreso de equipos se realiza mediante registros manuales o formularios digitales, lo que genera demoras, congestión, errores y repetición constante de datos. Por ello, surge la necesidad de implementar una solución tecnológica que optimice y modernice este proceso.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3997" y="5613673"/>
            <a:ext cx="3008262" cy="34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PREGUNTA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3424" y="6041012"/>
            <a:ext cx="64780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3997" y="6041012"/>
            <a:ext cx="111826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¿Cómooptimizarelprocesode registro y control de ingreso y salida de equipos informáticos en el SENA,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93997" y="6358509"/>
            <a:ext cx="10118046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41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reduciendo el llenado repetitivo de formularios y mejorando la eficiencia en el control de acceso?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69997" y="1333500"/>
            <a:ext cx="15747997" cy="7620000"/>
          </a:xfrm>
          <a:custGeom>
            <a:avLst/>
            <a:gdLst/>
            <a:ahLst/>
            <a:cxnLst/>
            <a:rect r="r" b="b" t="t" l="l"/>
            <a:pathLst>
              <a:path h="7620000" w="15747997">
                <a:moveTo>
                  <a:pt x="0" y="0"/>
                </a:moveTo>
                <a:lnTo>
                  <a:pt x="15747997" y="0"/>
                </a:lnTo>
                <a:lnTo>
                  <a:pt x="15747997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61927" y="1560462"/>
            <a:ext cx="7103431" cy="71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ALCANCE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5891" y="2714415"/>
            <a:ext cx="68380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0" y="2704890"/>
            <a:ext cx="5541064" cy="301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18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QUÉ INCLUYE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Formulario único de registro inicial: número de serie, modelo, nombre del aprendiz, número de carné y sede.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Generación de un código QR único asociado a cada equipo y aprendiz.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Sistema de escaneo para registrar ingresos y salidas de forma automática.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Almacenamiento de la información en una base de datos centralizada.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Registro de fecha y hora de cada movimiento.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2997" y="2714415"/>
            <a:ext cx="2162737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QUÉ</a:t>
            </a:r>
            <a:r>
              <a:rPr lang="en-US" sz="1899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 </a:t>
            </a:r>
            <a:r>
              <a:rPr lang="en-US" sz="18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NO</a:t>
            </a:r>
            <a:r>
              <a:rPr lang="en-US" sz="1899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 </a:t>
            </a:r>
            <a:r>
              <a:rPr lang="en-US" sz="18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INCLUYE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2997" y="3208553"/>
            <a:ext cx="4583459" cy="139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Fabricación o provisión de hardware especializado (tabletas o escáneres); solo el desarrollo lógico y la estructura de datos.</a:t>
            </a:r>
          </a:p>
          <a:p>
            <a:pPr algn="l">
              <a:lnSpc>
                <a:spcPts val="2200"/>
              </a:lnSpc>
            </a:pPr>
            <a:r>
              <a:rPr lang="en-US" sz="1500" spc="-34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• Validación de la propiedad legal del equipo; solo el registro administrativo para el ingreso.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06503" y="1269997"/>
            <a:ext cx="15875003" cy="7746997"/>
          </a:xfrm>
          <a:custGeom>
            <a:avLst/>
            <a:gdLst/>
            <a:ahLst/>
            <a:cxnLst/>
            <a:rect r="r" b="b" t="t" l="l"/>
            <a:pathLst>
              <a:path h="7746997" w="15875003">
                <a:moveTo>
                  <a:pt x="0" y="0"/>
                </a:moveTo>
                <a:lnTo>
                  <a:pt x="15875003" y="0"/>
                </a:lnTo>
                <a:lnTo>
                  <a:pt x="15875003" y="7746997"/>
                </a:lnTo>
                <a:lnTo>
                  <a:pt x="0" y="7746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3799" y="1629327"/>
            <a:ext cx="12301614" cy="19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39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JUSTIFICACIÓN DEL PROYECTO</a:t>
            </a:r>
          </a:p>
          <a:p>
            <a:pPr algn="ctr">
              <a:lnSpc>
                <a:spcPts val="2800"/>
              </a:lnSpc>
            </a:pPr>
            <a:r>
              <a:rPr lang="en-US" sz="1899" spc="-43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La implementación del sistema moderniza el control de ingreso de equipos mediante códigos QR y una base de datos única, permitiendo: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6837" y="3649056"/>
            <a:ext cx="61179" cy="28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67000" y="3649056"/>
            <a:ext cx="4778340" cy="28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Mayoreficiencia: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reduce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lostiemposde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registro.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7000" y="5173056"/>
            <a:ext cx="4810068" cy="28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Mayor sostenibilidad: disminuye el uso de papel.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1997" y="5173056"/>
            <a:ext cx="5057270" cy="57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Más seguridad: registra de forma precisa el ingreso y salida de los equipos.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1997" y="3649056"/>
            <a:ext cx="5354698" cy="57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Mejororganización: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almacena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la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información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de</a:t>
            </a:r>
            <a:r>
              <a:rPr lang="en-US" sz="17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forma digital.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9295" y="2074290"/>
            <a:ext cx="8823765" cy="7653485"/>
          </a:xfrm>
          <a:custGeom>
            <a:avLst/>
            <a:gdLst/>
            <a:ahLst/>
            <a:cxnLst/>
            <a:rect r="r" b="b" t="t" l="l"/>
            <a:pathLst>
              <a:path h="7653485" w="8823765">
                <a:moveTo>
                  <a:pt x="0" y="0"/>
                </a:moveTo>
                <a:lnTo>
                  <a:pt x="8823765" y="0"/>
                </a:lnTo>
                <a:lnTo>
                  <a:pt x="8823765" y="7653485"/>
                </a:lnTo>
                <a:lnTo>
                  <a:pt x="0" y="7653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6602" y="559565"/>
            <a:ext cx="9029151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4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diagramas casos de uso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43000" y="1333500"/>
            <a:ext cx="16002000" cy="7620000"/>
          </a:xfrm>
          <a:custGeom>
            <a:avLst/>
            <a:gdLst/>
            <a:ahLst/>
            <a:cxnLst/>
            <a:rect r="r" b="b" t="t" l="l"/>
            <a:pathLst>
              <a:path h="7620000" w="16002000">
                <a:moveTo>
                  <a:pt x="0" y="0"/>
                </a:moveTo>
                <a:lnTo>
                  <a:pt x="16002000" y="0"/>
                </a:lnTo>
                <a:lnTo>
                  <a:pt x="16002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168567" y="3362943"/>
            <a:ext cx="3048000" cy="3048000"/>
            <a:chOff x="0" y="0"/>
            <a:chExt cx="406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4064000"/>
                  </a:lnTo>
                  <a:lnTo>
                    <a:pt x="0" y="406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81720" y="3362943"/>
            <a:ext cx="3048000" cy="3048000"/>
            <a:chOff x="0" y="0"/>
            <a:chExt cx="4064000" cy="406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4064000"/>
                  </a:lnTo>
                  <a:lnTo>
                    <a:pt x="0" y="406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71920" y="1595380"/>
            <a:ext cx="11571046" cy="207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0"/>
              </a:lnSpc>
            </a:pPr>
            <a:r>
              <a:rPr lang="en-US" sz="42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RECOLECCIÓN DE DATOS</a:t>
            </a:r>
          </a:p>
          <a:p>
            <a:pPr algn="ctr">
              <a:lnSpc>
                <a:spcPts val="2800"/>
              </a:lnSpc>
            </a:pPr>
            <a:r>
              <a:rPr lang="en-US" sz="1899" spc="-43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La recolección de datos contempla encuestas dirigidas a aprendices y celadores para conocer el proceso actual y las necesidades de control de ingreso y salida.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8567" y="6531133"/>
            <a:ext cx="3122085" cy="29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ENCUESTA DE APRENDICES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1720" y="6531133"/>
            <a:ext cx="3022187" cy="29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ENCUESTA DE CELADORES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7700" y="7120971"/>
            <a:ext cx="36457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LINK ENCUESTA APRENDICES: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700" y="7594046"/>
            <a:ext cx="1244669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https://docs.google.com/forms/d/e/1FAIpQLSc0XIXvvaLPQmJ9vzOfnVOgdbjj0VtqcXPjGpSfj9lq4U-k-w/viewform?usp=sharing&amp;ouid=108818731645633079494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43000" y="1206498"/>
            <a:ext cx="16002000" cy="7874003"/>
          </a:xfrm>
          <a:custGeom>
            <a:avLst/>
            <a:gdLst/>
            <a:ahLst/>
            <a:cxnLst/>
            <a:rect r="r" b="b" t="t" l="l"/>
            <a:pathLst>
              <a:path h="7874003" w="16002000">
                <a:moveTo>
                  <a:pt x="0" y="0"/>
                </a:moveTo>
                <a:lnTo>
                  <a:pt x="16002000" y="0"/>
                </a:lnTo>
                <a:lnTo>
                  <a:pt x="16002000" y="7874004"/>
                </a:lnTo>
                <a:lnTo>
                  <a:pt x="0" y="7874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57329" y="2667000"/>
            <a:ext cx="6773332" cy="3810000"/>
            <a:chOff x="0" y="0"/>
            <a:chExt cx="9031110" cy="508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31097" cy="5080000"/>
            </a:xfrm>
            <a:custGeom>
              <a:avLst/>
              <a:gdLst/>
              <a:ahLst/>
              <a:cxnLst/>
              <a:rect r="r" b="b" t="t" l="l"/>
              <a:pathLst>
                <a:path h="5080000" w="9031097">
                  <a:moveTo>
                    <a:pt x="0" y="0"/>
                  </a:moveTo>
                  <a:lnTo>
                    <a:pt x="9031097" y="0"/>
                  </a:lnTo>
                  <a:lnTo>
                    <a:pt x="9031097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048000" y="2349503"/>
            <a:ext cx="12192000" cy="4127497"/>
            <a:chOff x="0" y="0"/>
            <a:chExt cx="12192000" cy="4127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4127500"/>
            </a:xfrm>
            <a:custGeom>
              <a:avLst/>
              <a:gdLst/>
              <a:ahLst/>
              <a:cxnLst/>
              <a:rect r="r" b="b" t="t" l="l"/>
              <a:pathLst>
                <a:path h="4127500" w="12192000">
                  <a:moveTo>
                    <a:pt x="0" y="4127500"/>
                  </a:moveTo>
                  <a:lnTo>
                    <a:pt x="12192000" y="4127500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6F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89593" y="2723217"/>
            <a:ext cx="15669707" cy="3917424"/>
            <a:chOff x="0" y="0"/>
            <a:chExt cx="15917329" cy="3979329"/>
          </a:xfrm>
        </p:grpSpPr>
        <p:sp>
          <p:nvSpPr>
            <p:cNvPr name="Freeform 10" id="10">
              <a:hlinkClick r:id="rId6" tooltip="https://docs.google.com/forms/d/e/1FAIpQLSc0XIXvvaLPQmJ9vzOfnVOgdbjj0VtqcXPjGpSfj9lq4U-k-w/viewform?usp=sharing&amp;ouid=108818731645633079494"/>
            </p:cNvPr>
            <p:cNvSpPr/>
            <p:nvPr/>
          </p:nvSpPr>
          <p:spPr>
            <a:xfrm flipH="false" flipV="false" rot="0">
              <a:off x="0" y="0"/>
              <a:ext cx="15917290" cy="3979291"/>
            </a:xfrm>
            <a:custGeom>
              <a:avLst/>
              <a:gdLst/>
              <a:ahLst/>
              <a:cxnLst/>
              <a:rect r="r" b="b" t="t" l="l"/>
              <a:pathLst>
                <a:path h="3979291" w="15917290">
                  <a:moveTo>
                    <a:pt x="0" y="0"/>
                  </a:moveTo>
                  <a:lnTo>
                    <a:pt x="15917290" y="0"/>
                  </a:lnTo>
                  <a:lnTo>
                    <a:pt x="15917290" y="3979291"/>
                  </a:lnTo>
                  <a:lnTo>
                    <a:pt x="0" y="3979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073" r="0" b="-407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99538" y="1657902"/>
            <a:ext cx="7230713" cy="68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DIAGRAMAS DE PROCESOS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402" y="6978150"/>
            <a:ext cx="1719519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https://lucid.app/lucidchart/44d664ea-0102-4db4-a5ed-66814baebb22/edit?viewport_loc=-1750%2C-7081%2C6939%2C2822%2C0_0&amp;invitationId=inv_9d199030-3900-4f73-9466-b39d29226e45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9003" y="8755732"/>
            <a:ext cx="4419038" cy="17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-22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https://lucid.app/lucidchart/44d664ea-0102-4db4-a5ed-66814baebb22/edit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CED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822" y="-397903"/>
            <a:ext cx="9029151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4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MOKUPS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3218406"/>
            <a:ext cx="18297525" cy="3450289"/>
          </a:xfrm>
          <a:custGeom>
            <a:avLst/>
            <a:gdLst/>
            <a:ahLst/>
            <a:cxnLst/>
            <a:rect r="r" b="b" t="t" l="l"/>
            <a:pathLst>
              <a:path h="3450289" w="18297525">
                <a:moveTo>
                  <a:pt x="0" y="0"/>
                </a:moveTo>
                <a:lnTo>
                  <a:pt x="18297525" y="0"/>
                </a:lnTo>
                <a:lnTo>
                  <a:pt x="18297525" y="3450289"/>
                </a:lnTo>
                <a:lnTo>
                  <a:pt x="0" y="3450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21" r="0" b="-86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78946" y="1217324"/>
            <a:ext cx="5232711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4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Presupuesto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69997" y="2031997"/>
            <a:ext cx="15747997" cy="6350003"/>
          </a:xfrm>
          <a:custGeom>
            <a:avLst/>
            <a:gdLst/>
            <a:ahLst/>
            <a:cxnLst/>
            <a:rect r="r" b="b" t="t" l="l"/>
            <a:pathLst>
              <a:path h="6350003" w="15747997">
                <a:moveTo>
                  <a:pt x="0" y="0"/>
                </a:moveTo>
                <a:lnTo>
                  <a:pt x="15747997" y="0"/>
                </a:lnTo>
                <a:lnTo>
                  <a:pt x="15747997" y="6350003"/>
                </a:lnTo>
                <a:lnTo>
                  <a:pt x="0" y="6350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9595" y="1746571"/>
            <a:ext cx="4904984" cy="79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3842" y="3310871"/>
            <a:ext cx="11750726" cy="200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100" spc="-48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SICET propone modernizar el control de ingreso y salida de elementos tecnológicos en el SENA mediante una base de datos y códigos QR. La solución busca reducir tiempos de registro, disminuir errores y procesos manuales, organizar la información digitalmente, reducir el uso de papel y mantener un registro histórico de los movimientos. Su alcance se concentra en el desarrollo lógico, la estructura de datos y el registro administrativo.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24000" y="2667000"/>
            <a:ext cx="15240000" cy="5334000"/>
          </a:xfrm>
          <a:custGeom>
            <a:avLst/>
            <a:gdLst/>
            <a:ahLst/>
            <a:cxnLst/>
            <a:rect r="r" b="b" t="t" l="l"/>
            <a:pathLst>
              <a:path h="5334000" w="15240000">
                <a:moveTo>
                  <a:pt x="0" y="0"/>
                </a:moveTo>
                <a:lnTo>
                  <a:pt x="15240000" y="0"/>
                </a:lnTo>
                <a:lnTo>
                  <a:pt x="152400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49738" y="3640122"/>
            <a:ext cx="4244350" cy="309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0"/>
              </a:lnSpc>
            </a:pPr>
            <a:r>
              <a:rPr lang="en-US" sz="6800">
                <a:solidFill>
                  <a:srgbClr val="4D628F"/>
                </a:solidFill>
                <a:latin typeface="Black Gold"/>
                <a:ea typeface="Black Gold"/>
                <a:cs typeface="Black Gold"/>
                <a:sym typeface="Black Gold"/>
              </a:rPr>
              <a:t>MUCHAS GRACIAS</a:t>
            </a: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0107" y="6375673"/>
            <a:ext cx="8351539" cy="79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53653"/>
                </a:solidFill>
                <a:latin typeface="Black Gold"/>
                <a:ea typeface="Black Gold"/>
                <a:cs typeface="Black Gold"/>
                <a:sym typeface="Black Gold"/>
              </a:rPr>
              <a:t>SICET • SistemadeControldeIngresodeElementosTecnológicos</a:t>
            </a:r>
          </a:p>
          <a:p>
            <a:pPr algn="ctr">
              <a:lnSpc>
                <a:spcPts val="2380"/>
              </a:lnSpc>
            </a:pPr>
            <a:r>
              <a:rPr lang="en-US" sz="1700" spc="-39">
                <a:solidFill>
                  <a:srgbClr val="253653"/>
                </a:solidFill>
                <a:latin typeface="Montserrat"/>
                <a:ea typeface="Montserrat"/>
                <a:cs typeface="Montserrat"/>
                <a:sym typeface="Montserrat"/>
              </a:rPr>
              <a:t>SENA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2970" y="1610354"/>
            <a:ext cx="2212187" cy="35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Septiembre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72769" y="8384959"/>
            <a:ext cx="2298590" cy="35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Black Gold"/>
                <a:ea typeface="Black Gold"/>
                <a:cs typeface="Black Gold"/>
                <a:sym typeface="Black Gold"/>
              </a:rPr>
              <a:t>Septiembre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DAHVyhiW04s</dc:identifier>
  <dcterms:modified xsi:type="dcterms:W3CDTF">2011-08-01T06:04:30Z</dcterms:modified>
  <cp:revision>1</cp:revision>
  <dc:title>SICET_presentacion_organizada_plantilla_azul_v2.pdf</dc:title>
</cp:coreProperties>
</file>